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3d2721840a4b1f" /><Relationship Type="http://schemas.openxmlformats.org/officeDocument/2006/relationships/extended-properties" Target="/docProps/app.xml" Id="R968bc7d39df04360" /><Relationship Type="http://schemas.openxmlformats.org/officeDocument/2006/relationships/officeDocument" Target="/ppt/presentation.xml" Id="R88b8f5f9b0024c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6454fa7361492f"/>
  </p:sldMasterIdLst>
  <p:notesMasterIdLst>
    <p:notesMasterId xmlns:r="http://schemas.openxmlformats.org/officeDocument/2006/relationships" r:id="R616e4597efa54bc7"/>
  </p:notesMasterIdLst>
  <p:sldIdLst>
    <p:sldId xmlns:r="http://schemas.openxmlformats.org/officeDocument/2006/relationships" id="256" r:id="Rcc5dc046aff84422"/>
    <p:sldId xmlns:r="http://schemas.openxmlformats.org/officeDocument/2006/relationships" id="257" r:id="Ra4530839bddd4c6f"/>
    <p:sldId xmlns:r="http://schemas.openxmlformats.org/officeDocument/2006/relationships" id="258" r:id="R75e3c7e4f0e24c4d"/>
    <p:sldId xmlns:r="http://schemas.openxmlformats.org/officeDocument/2006/relationships" id="259" r:id="Rf8d78b50ad294077"/>
    <p:sldId xmlns:r="http://schemas.openxmlformats.org/officeDocument/2006/relationships" id="260" r:id="R6c1bb4882fab4b49"/>
    <p:sldId xmlns:r="http://schemas.openxmlformats.org/officeDocument/2006/relationships" id="261" r:id="Raea761ffebe548a5"/>
    <p:sldId xmlns:r="http://schemas.openxmlformats.org/officeDocument/2006/relationships" id="262" r:id="R6516c943ed2144e3"/>
    <p:sldId xmlns:r="http://schemas.openxmlformats.org/officeDocument/2006/relationships" id="263" r:id="R198f1472d0c14e1d"/>
    <p:sldId xmlns:r="http://schemas.openxmlformats.org/officeDocument/2006/relationships" id="264" r:id="R770b6b60b5f04055"/>
    <p:sldId xmlns:r="http://schemas.openxmlformats.org/officeDocument/2006/relationships" id="265" r:id="Rb81bbb8cce544422"/>
    <p:sldId xmlns:r="http://schemas.openxmlformats.org/officeDocument/2006/relationships" id="266" r:id="R8390095142e648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d2726355a04d6a" /><Relationship Type="http://schemas.openxmlformats.org/officeDocument/2006/relationships/slideMaster" Target="/ppt/slideMasters/slideMaster1.xml" Id="Rba6454fa7361492f" /><Relationship Type="http://schemas.openxmlformats.org/officeDocument/2006/relationships/notesMaster" Target="/ppt/notesMasters/notesMaster1.xml" Id="R616e4597efa54bc7" /><Relationship Type="http://schemas.openxmlformats.org/officeDocument/2006/relationships/presProps" Target="/ppt/presProps.xml" Id="R81a613d60ef641d9" /><Relationship Type="http://schemas.openxmlformats.org/officeDocument/2006/relationships/tableStyles" Target="/ppt/tableStyles.xml" Id="R07cfc43ecb254e62" /><Relationship Type="http://schemas.openxmlformats.org/officeDocument/2006/relationships/slide" Target="/ppt/slides/slide1.xml" Id="Rcc5dc046aff84422" /><Relationship Type="http://schemas.openxmlformats.org/officeDocument/2006/relationships/slide" Target="/ppt/slides/slide2.xml" Id="Ra4530839bddd4c6f" /><Relationship Type="http://schemas.openxmlformats.org/officeDocument/2006/relationships/slide" Target="/ppt/slides/slide3.xml" Id="R75e3c7e4f0e24c4d" /><Relationship Type="http://schemas.openxmlformats.org/officeDocument/2006/relationships/slide" Target="/ppt/slides/slide4.xml" Id="Rf8d78b50ad294077" /><Relationship Type="http://schemas.openxmlformats.org/officeDocument/2006/relationships/slide" Target="/ppt/slides/slide5.xml" Id="R6c1bb4882fab4b49" /><Relationship Type="http://schemas.openxmlformats.org/officeDocument/2006/relationships/slide" Target="/ppt/slides/slide6.xml" Id="Raea761ffebe548a5" /><Relationship Type="http://schemas.openxmlformats.org/officeDocument/2006/relationships/slide" Target="/ppt/slides/slide7.xml" Id="R6516c943ed2144e3" /><Relationship Type="http://schemas.openxmlformats.org/officeDocument/2006/relationships/slide" Target="/ppt/slides/slide8.xml" Id="R198f1472d0c14e1d" /><Relationship Type="http://schemas.openxmlformats.org/officeDocument/2006/relationships/slide" Target="/ppt/slides/slide9.xml" Id="R770b6b60b5f04055" /><Relationship Type="http://schemas.openxmlformats.org/officeDocument/2006/relationships/slide" Target="/ppt/slides/slide10.xml" Id="Rb81bbb8cce544422" /><Relationship Type="http://schemas.openxmlformats.org/officeDocument/2006/relationships/slide" Target="/ppt/slides/slide11.xml" Id="R8390095142e648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fc042507864c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9563aedf5f4811" /><Relationship Type="http://schemas.openxmlformats.org/officeDocument/2006/relationships/notesMaster" Target="/ppt/notesMasters/notesMaster1.xml" Id="R5d15df39bf0c40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0348e3218c4f56" /><Relationship Type="http://schemas.openxmlformats.org/officeDocument/2006/relationships/notesMaster" Target="/ppt/notesMasters/notesMaster1.xml" Id="R9c9ef6d9dee147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133f7697694084" /><Relationship Type="http://schemas.openxmlformats.org/officeDocument/2006/relationships/notesMaster" Target="/ppt/notesMasters/notesMaster1.xml" Id="Re424b97a78474e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d8395a60294734" /><Relationship Type="http://schemas.openxmlformats.org/officeDocument/2006/relationships/notesMaster" Target="/ppt/notesMasters/notesMaster1.xml" Id="R69755e3aa5d847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611447b95f4854" /><Relationship Type="http://schemas.openxmlformats.org/officeDocument/2006/relationships/notesMaster" Target="/ppt/notesMasters/notesMaster1.xml" Id="R14b71cc5172e43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ee8082c5a04a85" /><Relationship Type="http://schemas.openxmlformats.org/officeDocument/2006/relationships/notesMaster" Target="/ppt/notesMasters/notesMaster1.xml" Id="R70a2f06cfba548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618ef94ffd49e8" /><Relationship Type="http://schemas.openxmlformats.org/officeDocument/2006/relationships/notesMaster" Target="/ppt/notesMasters/notesMaster1.xml" Id="R0b3a398589624d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c52f2e639a4fa3" /><Relationship Type="http://schemas.openxmlformats.org/officeDocument/2006/relationships/notesMaster" Target="/ppt/notesMasters/notesMaster1.xml" Id="R11a74ff4190348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2a96f266bb497f" /><Relationship Type="http://schemas.openxmlformats.org/officeDocument/2006/relationships/notesMaster" Target="/ppt/notesMasters/notesMaster1.xml" Id="R8fc4a6c7eab348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fe123105db40bb" /><Relationship Type="http://schemas.openxmlformats.org/officeDocument/2006/relationships/notesMaster" Target="/ppt/notesMasters/notesMaster1.xml" Id="Re6d06ae427a847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3f6adb1bc14a7c" /><Relationship Type="http://schemas.openxmlformats.org/officeDocument/2006/relationships/notesMaster" Target="/ppt/notesMasters/notesMaster1.xml" Id="R7b4cbff2facf4c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every evidence step stays auditable and that promotion remains a human decision;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7e5b583db4f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39dd708d134ba7" /><Relationship Type="http://schemas.openxmlformats.org/officeDocument/2006/relationships/slideLayout" Target="/ppt/slideLayouts/slideLayout1.xml" Id="Rebf98c57420742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f98c57420742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6fdf624fe4481" /><Relationship Type="http://schemas.openxmlformats.org/officeDocument/2006/relationships/image" Target="/ppt/media/image.png" Id="Re414f4f5e37f4a99" /><Relationship Type="http://schemas.openxmlformats.org/officeDocument/2006/relationships/notesSlide" Target="/ppt/notesSlides/notesSlide1.xml" Id="R6b088c358fc148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e5cdeeb5a4e93" /><Relationship Type="http://schemas.openxmlformats.org/officeDocument/2006/relationships/notesSlide" Target="/ppt/notesSlides/notesSlide2.xml" Id="R5736f5705cf445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b4ff8dd0e45aa" /><Relationship Type="http://schemas.openxmlformats.org/officeDocument/2006/relationships/notesSlide" Target="/ppt/notesSlides/notesSlide3.xml" Id="R0f8213eed21443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4b487c4ba423a" /><Relationship Type="http://schemas.openxmlformats.org/officeDocument/2006/relationships/notesSlide" Target="/ppt/notesSlides/notesSlide4.xml" Id="Rca4a1748e5184d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69bab8e704557" /><Relationship Type="http://schemas.openxmlformats.org/officeDocument/2006/relationships/notesSlide" Target="/ppt/notesSlides/notesSlide5.xml" Id="Rc0678f96ee774d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bee112d924e3b" /><Relationship Type="http://schemas.openxmlformats.org/officeDocument/2006/relationships/image" Target="/ppt/media/image2.png" Id="Rdcd35cd688844fb5" /><Relationship Type="http://schemas.openxmlformats.org/officeDocument/2006/relationships/notesSlide" Target="/ppt/notesSlides/notesSlide6.xml" Id="R22dcdd897ea545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355b4568e4489" /><Relationship Type="http://schemas.openxmlformats.org/officeDocument/2006/relationships/image" Target="/ppt/media/image3.png" Id="R790a8475524543bd" /><Relationship Type="http://schemas.openxmlformats.org/officeDocument/2006/relationships/notesSlide" Target="/ppt/notesSlides/notesSlide7.xml" Id="R77781a029a7349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ce65873b64aa7" /><Relationship Type="http://schemas.openxmlformats.org/officeDocument/2006/relationships/image" Target="/ppt/media/image4.png" Id="R722bcae7e1fe4f3f" /><Relationship Type="http://schemas.openxmlformats.org/officeDocument/2006/relationships/notesSlide" Target="/ppt/notesSlides/notesSlide8.xml" Id="Rfc13ec4337d84e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23bda33064e37" /><Relationship Type="http://schemas.openxmlformats.org/officeDocument/2006/relationships/notesSlide" Target="/ppt/notesSlides/notesSlide9.xml" Id="R295ef981531046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dd9e3ba614aa6" /><Relationship Type="http://schemas.openxmlformats.org/officeDocument/2006/relationships/notesSlide" Target="/ppt/notesSlides/notesSlide10.xml" Id="Rccc3a2fd4cee4c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dc4ddb3694624" /><Relationship Type="http://schemas.openxmlformats.org/officeDocument/2006/relationships/notesSlide" Target="/ppt/notesSlides/notesSlide11.xml" Id="Re7655f12efee44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2743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E879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Dylan Moraes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4f4f5e37f4a99"/>
          <a:srcRect xmlns:a="http://schemas.openxmlformats.org/drawingml/2006/main" l="0" t="0" r="0" b="32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1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1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1905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1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3355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24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956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113919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Evidence + sources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Rail + ledger-correct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19050">
            <a:solidFill>
              <a:srgbClr val="75B7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Rules + calibrated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Identity + intent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Controls + human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410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4175" y="4524375"/>
            <a:ext cx="161925" cy="1619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19050">
            <a:solidFill>
              <a:srgbClr val="0A090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0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19050">
            <a:solidFill>
              <a:srgbClr val="0A090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0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19050">
            <a:solidFill>
              <a:srgbClr val="0A090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19050">
            <a:solidFill>
              <a:srgbClr val="0A090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20002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19050">
            <a:solidFill>
              <a:srgbClr val="75B78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7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2924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19050">
            <a:solidFill>
              <a:srgbClr val="0A090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1809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0E0B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08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3F38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1E9DC"/>
                </a:solidFill>
                <a:latin typeface="Menlo"/>
                <a:ea typeface="Menlo"/>
                <a:cs typeface="Menlo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195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481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481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E8793D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35cd688844fb5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1905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626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47800"/>
            <a:ext cx="8191500" cy="4705350"/>
          </a:xfrm>
          <a:prstGeom xmlns:a="http://schemas.openxmlformats.org/drawingml/2006/main" prst="roundRect">
            <a:avLst>
              <a:gd name="adj" fmla="val 2429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a8475524543bd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524000"/>
            <a:ext cx="8039100" cy="4552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59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28956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6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C8BDAE"/>
                </a:solidFill>
                <a:latin typeface="Menlo"/>
                <a:ea typeface="Menlo"/>
                <a:cs typeface="Menlo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bcae7e1fe4f3f"/>
          <a:srcRect xmlns:a="http://schemas.openxmlformats.org/drawingml/2006/main" l="0" t="46500" r="0" b="30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33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76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9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38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33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52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76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9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386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9525">
            <a:solidFill>
              <a:srgbClr val="E35E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38350" cy="2628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2038350" cy="25336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289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718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28850"/>
            <a:ext cx="2038350" cy="24384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2038350" cy="23431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052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62250"/>
            <a:ext cx="2038350" cy="22479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19050">
            <a:solidFill>
              <a:srgbClr val="75B7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719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Promotion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Human approval required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38750"/>
            <a:ext cx="2381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1F12"/>
          </a:solidFill>
          <a:ln xmlns:a="http://schemas.openxmlformats.org/drawingml/2006/main" w="9525">
            <a:solidFill>
              <a:srgbClr val="D4A35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959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NO SELF-PROMOTION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4102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19050">
            <a:solidFill>
              <a:srgbClr val="75B78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577215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2B1512"/>
          </a:solidFill>
          <a:ln xmlns:a="http://schemas.openxmlformats.org/drawingml/2006/main" w="19050">
            <a:solidFill>
              <a:srgbClr val="E35E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Production-readiness or scale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Claims beyond the demonstrated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211B14"/>
          </a:solidFill>
          <a:ln xmlns:a="http://schemas.openxmlformats.org/drawingml/2006/main" w="1905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019300" cy="207645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14110D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campaign. Verify the intent.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82A"/>
          </a:solidFill>
          <a:ln xmlns:a="http://schemas.openxmlformats.org/drawingml/2006/main" w="9525">
            <a:solidFill>
              <a:srgbClr val="75B78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Adaptive Payment Assurance Range  •  Dylan Moraes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2026-08-31T10:10:11.3040000Z</dcterms:created>
  <dcterms:modified xsi:type="dcterms:W3CDTF">2026-08-31T10:10:11.3040000Z</dcterms:modified>
</coreProperties>
</file>