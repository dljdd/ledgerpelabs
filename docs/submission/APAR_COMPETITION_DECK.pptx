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6076084d684627" /><Relationship Type="http://schemas.openxmlformats.org/officeDocument/2006/relationships/extended-properties" Target="/docProps/app.xml" Id="Rbe735ce6af3e4de1" /><Relationship Type="http://schemas.openxmlformats.org/officeDocument/2006/relationships/officeDocument" Target="/ppt/presentation.xml" Id="R4b62594f165c4a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d913897b314c27"/>
  </p:sldMasterIdLst>
  <p:notesMasterIdLst>
    <p:notesMasterId xmlns:r="http://schemas.openxmlformats.org/officeDocument/2006/relationships" r:id="R3a29b7e0b19a42f5"/>
  </p:notesMasterIdLst>
  <p:sldIdLst>
    <p:sldId xmlns:r="http://schemas.openxmlformats.org/officeDocument/2006/relationships" id="256" r:id="R020848e99c84498c"/>
    <p:sldId xmlns:r="http://schemas.openxmlformats.org/officeDocument/2006/relationships" id="257" r:id="Ra8797c1f8dda44a6"/>
    <p:sldId xmlns:r="http://schemas.openxmlformats.org/officeDocument/2006/relationships" id="258" r:id="Rdab4d753da724fba"/>
    <p:sldId xmlns:r="http://schemas.openxmlformats.org/officeDocument/2006/relationships" id="259" r:id="Ra2395c9433354e6d"/>
    <p:sldId xmlns:r="http://schemas.openxmlformats.org/officeDocument/2006/relationships" id="260" r:id="Rec0910144a3c432a"/>
    <p:sldId xmlns:r="http://schemas.openxmlformats.org/officeDocument/2006/relationships" id="261" r:id="R6667b5fa8431404b"/>
    <p:sldId xmlns:r="http://schemas.openxmlformats.org/officeDocument/2006/relationships" id="262" r:id="R7759c6e7de4748f2"/>
    <p:sldId xmlns:r="http://schemas.openxmlformats.org/officeDocument/2006/relationships" id="263" r:id="R4fff6b740c524eb3"/>
    <p:sldId xmlns:r="http://schemas.openxmlformats.org/officeDocument/2006/relationships" id="264" r:id="R0255c460728a40d2"/>
    <p:sldId xmlns:r="http://schemas.openxmlformats.org/officeDocument/2006/relationships" id="265" r:id="Ra46d26e5451c4ee6"/>
    <p:sldId xmlns:r="http://schemas.openxmlformats.org/officeDocument/2006/relationships" id="266" r:id="R3ce18a431b3b4b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2d715b026c4227" /><Relationship Type="http://schemas.openxmlformats.org/officeDocument/2006/relationships/slideMaster" Target="/ppt/slideMasters/slideMaster1.xml" Id="R02d913897b314c27" /><Relationship Type="http://schemas.openxmlformats.org/officeDocument/2006/relationships/notesMaster" Target="/ppt/notesMasters/notesMaster1.xml" Id="R3a29b7e0b19a42f5" /><Relationship Type="http://schemas.openxmlformats.org/officeDocument/2006/relationships/presProps" Target="/ppt/presProps.xml" Id="R2983af60f7964fed" /><Relationship Type="http://schemas.openxmlformats.org/officeDocument/2006/relationships/tableStyles" Target="/ppt/tableStyles.xml" Id="R0257026988ea40fc" /><Relationship Type="http://schemas.openxmlformats.org/officeDocument/2006/relationships/slide" Target="/ppt/slides/slide1.xml" Id="R020848e99c84498c" /><Relationship Type="http://schemas.openxmlformats.org/officeDocument/2006/relationships/slide" Target="/ppt/slides/slide2.xml" Id="Ra8797c1f8dda44a6" /><Relationship Type="http://schemas.openxmlformats.org/officeDocument/2006/relationships/slide" Target="/ppt/slides/slide3.xml" Id="Rdab4d753da724fba" /><Relationship Type="http://schemas.openxmlformats.org/officeDocument/2006/relationships/slide" Target="/ppt/slides/slide4.xml" Id="Ra2395c9433354e6d" /><Relationship Type="http://schemas.openxmlformats.org/officeDocument/2006/relationships/slide" Target="/ppt/slides/slide5.xml" Id="Rec0910144a3c432a" /><Relationship Type="http://schemas.openxmlformats.org/officeDocument/2006/relationships/slide" Target="/ppt/slides/slide6.xml" Id="R6667b5fa8431404b" /><Relationship Type="http://schemas.openxmlformats.org/officeDocument/2006/relationships/slide" Target="/ppt/slides/slide7.xml" Id="R7759c6e7de4748f2" /><Relationship Type="http://schemas.openxmlformats.org/officeDocument/2006/relationships/slide" Target="/ppt/slides/slide8.xml" Id="R4fff6b740c524eb3" /><Relationship Type="http://schemas.openxmlformats.org/officeDocument/2006/relationships/slide" Target="/ppt/slides/slide9.xml" Id="R0255c460728a40d2" /><Relationship Type="http://schemas.openxmlformats.org/officeDocument/2006/relationships/slide" Target="/ppt/slides/slide10.xml" Id="Ra46d26e5451c4ee6" /><Relationship Type="http://schemas.openxmlformats.org/officeDocument/2006/relationships/slide" Target="/ppt/slides/slide11.xml" Id="R3ce18a431b3b4b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17de1cc72f46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d2ba394e304dc3" /><Relationship Type="http://schemas.openxmlformats.org/officeDocument/2006/relationships/notesMaster" Target="/ppt/notesMasters/notesMaster1.xml" Id="R3924f5e6fe064e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899046ef554725" /><Relationship Type="http://schemas.openxmlformats.org/officeDocument/2006/relationships/notesMaster" Target="/ppt/notesMasters/notesMaster1.xml" Id="R80de563f36a44f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201d0c610c4594" /><Relationship Type="http://schemas.openxmlformats.org/officeDocument/2006/relationships/notesMaster" Target="/ppt/notesMasters/notesMaster1.xml" Id="Rd43379cfd22a4c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3f1715bfd8435a" /><Relationship Type="http://schemas.openxmlformats.org/officeDocument/2006/relationships/notesMaster" Target="/ppt/notesMasters/notesMaster1.xml" Id="R02fa5aaeea4443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cb2cf0ff5a4891" /><Relationship Type="http://schemas.openxmlformats.org/officeDocument/2006/relationships/notesMaster" Target="/ppt/notesMasters/notesMaster1.xml" Id="Rdcd17bd8bd61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042c5ac8614d94" /><Relationship Type="http://schemas.openxmlformats.org/officeDocument/2006/relationships/notesMaster" Target="/ppt/notesMasters/notesMaster1.xml" Id="R5b127659277a48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43292db1a44144" /><Relationship Type="http://schemas.openxmlformats.org/officeDocument/2006/relationships/notesMaster" Target="/ppt/notesMasters/notesMaster1.xml" Id="Raef3064c170c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dd69f637754601" /><Relationship Type="http://schemas.openxmlformats.org/officeDocument/2006/relationships/notesMaster" Target="/ppt/notesMasters/notesMaster1.xml" Id="Rf6886c3c8d7b4e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c074ab429d4a62" /><Relationship Type="http://schemas.openxmlformats.org/officeDocument/2006/relationships/notesMaster" Target="/ppt/notesMasters/notesMaster1.xml" Id="R5e75d7ddf20041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87a63c90c843ec" /><Relationship Type="http://schemas.openxmlformats.org/officeDocument/2006/relationships/notesMaster" Target="/ppt/notesMasters/notesMaster1.xml" Id="R3e60abd90e6a43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6b5e40053a428e" /><Relationship Type="http://schemas.openxmlformats.org/officeDocument/2006/relationships/notesMaster" Target="/ppt/notesMasters/notesMaster1.xml" Id="Rb5010390636140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honest incompleteness is visible. The official chain is incomplete at Stage 70;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d557744de4f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7d58837f974c7b" /><Relationship Type="http://schemas.openxmlformats.org/officeDocument/2006/relationships/slideLayout" Target="/ppt/slideLayouts/slideLayout1.xml" Id="R62e4b0c6ee3945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e4b0c6ee3945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e7cc30d4d4253" /><Relationship Type="http://schemas.openxmlformats.org/officeDocument/2006/relationships/image" Target="/ppt/media/image.png" Id="R5390e276e10b4434" /><Relationship Type="http://schemas.openxmlformats.org/officeDocument/2006/relationships/notesSlide" Target="/ppt/notesSlides/notesSlide1.xml" Id="R426f68abf3b244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7e21c2e994196" /><Relationship Type="http://schemas.openxmlformats.org/officeDocument/2006/relationships/notesSlide" Target="/ppt/notesSlides/notesSlide2.xml" Id="Rdd6cd6f46e2448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0366711fc4f5a" /><Relationship Type="http://schemas.openxmlformats.org/officeDocument/2006/relationships/notesSlide" Target="/ppt/notesSlides/notesSlide3.xml" Id="Ra3d803d319a541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9fe40d7a74ee8" /><Relationship Type="http://schemas.openxmlformats.org/officeDocument/2006/relationships/notesSlide" Target="/ppt/notesSlides/notesSlide4.xml" Id="R9da6c21cf2b64b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ab13084804147" /><Relationship Type="http://schemas.openxmlformats.org/officeDocument/2006/relationships/notesSlide" Target="/ppt/notesSlides/notesSlide5.xml" Id="R0ef1c1fd906844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3c6e52c22482c" /><Relationship Type="http://schemas.openxmlformats.org/officeDocument/2006/relationships/image" Target="/ppt/media/image2.png" Id="Rd606c18cd352450d" /><Relationship Type="http://schemas.openxmlformats.org/officeDocument/2006/relationships/notesSlide" Target="/ppt/notesSlides/notesSlide6.xml" Id="Rd3c1d2760ad349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827a9c1e14cf1" /><Relationship Type="http://schemas.openxmlformats.org/officeDocument/2006/relationships/image" Target="/ppt/media/image3.png" Id="R6caac83fd1ba49b2" /><Relationship Type="http://schemas.openxmlformats.org/officeDocument/2006/relationships/notesSlide" Target="/ppt/notesSlides/notesSlide7.xml" Id="R92a896f449f44d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242905ffc436c" /><Relationship Type="http://schemas.openxmlformats.org/officeDocument/2006/relationships/image" Target="/ppt/media/image4.png" Id="R943aa952ea554eb4" /><Relationship Type="http://schemas.openxmlformats.org/officeDocument/2006/relationships/notesSlide" Target="/ppt/notesSlides/notesSlide8.xml" Id="Re463e0f00cf744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da640407b4229" /><Relationship Type="http://schemas.openxmlformats.org/officeDocument/2006/relationships/notesSlide" Target="/ppt/notesSlides/notesSlide9.xml" Id="Rf14cb162961c49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8e4225b464498" /><Relationship Type="http://schemas.openxmlformats.org/officeDocument/2006/relationships/notesSlide" Target="/ppt/notesSlides/notesSlide10.xml" Id="Rb8c8f9e4887e47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a35eba3bb4dea" /><Relationship Type="http://schemas.openxmlformats.org/officeDocument/2006/relationships/notesSlide" Target="/ppt/notesSlides/notesSlide11.xml" Id="Rf53904a54dc645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Assure the campaign,</a:t>
            </a:r>
          </a:p>
          <a:p xmlns:a="http://schemas.openxmlformats.org/drawingml/2006/main">
            <a:pPr algn="l"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2743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FCE5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Dylan Moraes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0e276e10b4434"/>
          <a:srcRect xmlns:a="http://schemas.openxmlformats.org/drawingml/2006/main" l="0" t="16347" r="0" b="16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oundRect">
            <a:avLst>
              <a:gd name="adj" fmla="val 1394"/>
            </a:avLst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551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551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E965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551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113919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DBDB7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615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3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ADAD4"/>
                </a:solidFill>
                <a:latin typeface="Arial"/>
                <a:ea typeface="Arial"/>
                <a:cs typeface="Arial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DDEBF0"/>
          </a:solidFill>
          <a:ln xmlns:a="http://schemas.openxmlformats.org/drawingml/2006/main" w="9525">
            <a:solidFill>
              <a:srgbClr val="255D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5D73"/>
                </a:solidFill>
                <a:latin typeface="Arial"/>
                <a:ea typeface="Arial"/>
                <a:cs typeface="Arial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41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Evidence + sources</a:t>
            </a:r>
          </a:p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E965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41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Rail + ledger-correct</a:t>
            </a:r>
          </a:p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41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Rules + calibrated</a:t>
            </a:r>
          </a:p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DDEBF0"/>
          </a:solidFill>
          <a:ln xmlns:a="http://schemas.openxmlformats.org/drawingml/2006/main" w="9525">
            <a:solidFill>
              <a:srgbClr val="255D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5D73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35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Identity + intent</a:t>
            </a:r>
          </a:p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41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Controls + human</a:t>
            </a:r>
          </a:p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410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0">
            <a:solidFill>
              <a:srgbClr val="E965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16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51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28575">
            <a:solidFill>
              <a:srgbClr val="F8F7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5741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28575">
            <a:solidFill>
              <a:srgbClr val="F8F7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92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28575">
            <a:solidFill>
              <a:srgbClr val="F8F7F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81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652E"/>
          </a:solidFill>
          <a:ln xmlns:a="http://schemas.openxmlformats.org/drawingml/2006/main" w="28575">
            <a:solidFill>
              <a:srgbClr val="F8F7F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25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A4B"/>
          </a:solidFill>
          <a:ln xmlns:a="http://schemas.openxmlformats.org/drawingml/2006/main" w="28575">
            <a:solidFill>
              <a:srgbClr val="F8F7F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1809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08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1714"/>
                </a:solidFill>
                <a:latin typeface="Arial"/>
                <a:ea typeface="Arial"/>
                <a:cs typeface="Arial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195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43C2E"/>
                </a:solidFill>
                <a:latin typeface="Arial"/>
                <a:ea typeface="Arial"/>
                <a:cs typeface="Arial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43C2E"/>
                </a:solidFill>
                <a:latin typeface="Arial"/>
                <a:ea typeface="Arial"/>
                <a:cs typeface="Arial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43C2E"/>
                </a:solidFill>
                <a:latin typeface="Arial"/>
                <a:ea typeface="Arial"/>
                <a:cs typeface="Arial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481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481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43C2E"/>
                </a:solidFill>
                <a:latin typeface="Arial"/>
                <a:ea typeface="Arial"/>
                <a:cs typeface="Arial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43C2E"/>
                </a:solidFill>
                <a:latin typeface="Arial"/>
                <a:ea typeface="Arial"/>
                <a:cs typeface="Arial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E9652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6c18cd352450d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oundRect">
            <a:avLst>
              <a:gd name="adj" fmla="val 1802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6388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86863"/>
                </a:solidFill>
                <a:latin typeface="Arial"/>
                <a:ea typeface="Arial"/>
                <a:cs typeface="Arial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47800"/>
            <a:ext cx="8191500" cy="4705350"/>
          </a:xfrm>
          <a:prstGeom xmlns:a="http://schemas.openxmlformats.org/drawingml/2006/main" prst="roundRect">
            <a:avLst>
              <a:gd name="adj" fmla="val 2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ac83fd1ba49b2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524000"/>
            <a:ext cx="8039100" cy="4552950"/>
          </a:xfrm>
          <a:prstGeom xmlns:a="http://schemas.openxmlformats.org/drawingml/2006/main" prst="roundRect">
            <a:avLst>
              <a:gd name="adj" fmla="val 167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DFF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2895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EECE5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aa952ea554eb4"/>
          <a:srcRect xmlns:a="http://schemas.openxmlformats.org/drawingml/2006/main" l="0" t="38568" r="0" b="38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oundRect">
            <a:avLst>
              <a:gd name="adj" fmla="val 296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33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76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9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38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33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52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76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38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38350" cy="2628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77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2038350" cy="25336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289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87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718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28850"/>
            <a:ext cx="2038350" cy="24384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87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2038350" cy="23431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87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052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6225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87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719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8D8D2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86863"/>
                </a:solidFill>
                <a:latin typeface="Arial"/>
                <a:ea typeface="Arial"/>
                <a:cs typeface="Arial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1714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86863"/>
                </a:solidFill>
                <a:latin typeface="Arial"/>
                <a:ea typeface="Arial"/>
                <a:cs typeface="Arial"/>
              </a:rPr>
              <a:t>Official chain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Stops at Stage 60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38750"/>
            <a:ext cx="2381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FCE5D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959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STAGE 70 NOT CLAIMED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4102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176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577215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E9652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7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0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43C2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0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43C2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Accepted official Stage 70 capacity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0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43C2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0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43C2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06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43C2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Full Sentinel as the champion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967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6CF"/>
          </a:solidFill>
          <a:ln xmlns:a="http://schemas.openxmlformats.org/drawingml/2006/main" w="0">
            <a:solidFill>
              <a:srgbClr val="D7D6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CE5DA"/>
          </a:solidFill>
          <a:ln xmlns:a="http://schemas.openxmlformats.org/drawingml/2006/main" w="9525">
            <a:solidFill>
              <a:srgbClr val="E9652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6C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652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47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714"/>
                </a:solidFill>
                <a:latin typeface="Arial"/>
                <a:ea typeface="Arial"/>
                <a:cs typeface="Arial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71714"/>
          </a:solidFill>
          <a:ln xmlns:a="http://schemas.openxmlformats.org/drawingml/2006/main" w="9525">
            <a:solidFill>
              <a:srgbClr val="1717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Assure the campaign. Verify the intent.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7"/>
          </a:solidFill>
          <a:ln xmlns:a="http://schemas.openxmlformats.org/drawingml/2006/main" w="9525">
            <a:solidFill>
              <a:srgbClr val="DFF1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6A4B"/>
                </a:solidFill>
                <a:latin typeface="Arial"/>
                <a:ea typeface="Arial"/>
                <a:cs typeface="Arial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6863"/>
                </a:solidFill>
                <a:latin typeface="Arial"/>
                <a:ea typeface="Arial"/>
                <a:cs typeface="Arial"/>
              </a:rPr>
              <a:t>Adaptive Payment Assurance Range  •  Dylan Moraes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2026-08-31T09:09:36.2340000Z</dcterms:created>
  <dcterms:modified xsi:type="dcterms:W3CDTF">2026-08-31T09:09:36.2340000Z</dcterms:modified>
</coreProperties>
</file>